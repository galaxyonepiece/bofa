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C728A-CBA0-67B2-2B67-F1B1A23D7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3064B-6FBA-16ED-0497-895475F35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4FD01-7F4D-A19E-7A34-1FC08AE2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E1C8-F54E-D44B-8246-96797A9D7C9B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2C7CD-6E8A-E814-B244-713A489D8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DFB59-8DCE-83E3-D4B6-1DC03033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249E-8DB7-F048-9F2F-7AA8AE1BA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49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6A77A-1D32-9CD0-25FD-115C448D3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40749-316C-749D-D158-F29C865E0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45E3A-59A2-D826-4616-FEA1F76B4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E1C8-F54E-D44B-8246-96797A9D7C9B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67B3F-181E-ECC7-39F5-03906A1A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DFF28-5E98-2200-E7AD-9D8DB952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249E-8DB7-F048-9F2F-7AA8AE1BA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6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55701-6852-933E-7D65-2D9C1B526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A63F9-02A2-CDC5-F479-0ED8F85E2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11B32-B4F4-0864-8E7F-EFF36B775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E1C8-F54E-D44B-8246-96797A9D7C9B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63CB0-1BE7-8E92-2B14-C4AEA6BC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243E0-3C94-EC4F-1BAD-67CBE3FD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249E-8DB7-F048-9F2F-7AA8AE1BA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08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0374-35C8-6CD7-6EC5-D9D1FF380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8C5F2-9779-9B6E-7D26-90E4B6175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9FAAF-DF8D-3586-C05F-DF5E498DE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52655-B7A6-B703-D7B9-2B27B8E6B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E1C8-F54E-D44B-8246-96797A9D7C9B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6E1D8-C8A6-43F4-3F56-0951E10D4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11F1F-62D2-0C53-34F0-EFB80558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249E-8DB7-F048-9F2F-7AA8AE1BA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75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2B66E-E5DA-890B-584E-095F02153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D37F0-6EF5-E722-D28C-3198FE031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52D30-4AEB-B58A-61D0-54AB03732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92299C-9D93-B3A2-482C-C775182E8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D509DC-2751-A0E2-290B-B5D044033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AB1EBD-6862-19E5-89C6-50E4126F8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E1C8-F54E-D44B-8246-96797A9D7C9B}" type="datetimeFigureOut">
              <a:rPr lang="en-US" smtClean="0"/>
              <a:t>6/24/25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C7C24-99FB-C18D-98E2-D9AAA084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EB517D-7FBE-4990-8834-1BF7CD513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249E-8DB7-F048-9F2F-7AA8AE1BA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258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34173-A958-6BC4-1E62-8B0C54749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E508F-B865-3125-441B-0241D520B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E1C8-F54E-D44B-8246-96797A9D7C9B}" type="datetimeFigureOut">
              <a:rPr lang="en-US" smtClean="0"/>
              <a:t>6/24/25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685DB1-D116-7670-6D25-86403E94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5DA79-278E-C8F1-E19C-2E355768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249E-8DB7-F048-9F2F-7AA8AE1BA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9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8C3E79-8731-924A-BFF9-338EF595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E1C8-F54E-D44B-8246-96797A9D7C9B}" type="datetimeFigureOut">
              <a:rPr lang="en-US" smtClean="0"/>
              <a:t>6/24/25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49156B-FAAB-883D-B40F-74B4A3EB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55E0F-81BD-24CD-600C-B67E482F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249E-8DB7-F048-9F2F-7AA8AE1BA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95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83870-222D-A9EE-E372-859AD08F5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D673C-2827-42F4-EE4C-3869473E6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D9CFB-98EE-061D-B34F-D6D348D2A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65734-C7E5-7C18-B583-B4CD996AB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E1C8-F54E-D44B-8246-96797A9D7C9B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2F637-D292-ED57-C858-2AC1552DD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18C18-48FB-8E1C-5A05-49065939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249E-8DB7-F048-9F2F-7AA8AE1BA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25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BF4C-9C86-3420-D831-86F3E169A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9C85D0-3EF9-CB5E-5632-C316A900B0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01E6F-8729-24AE-03C7-CC5B71C9D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113A3-BA75-6D9A-1B1F-B3C3FB01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E1C8-F54E-D44B-8246-96797A9D7C9B}" type="datetimeFigureOut">
              <a:rPr lang="en-US" smtClean="0"/>
              <a:t>6/24/25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83813-C2F1-1B5F-F72B-DCC6D606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B5551-B5CC-03D2-0166-8C2D505E8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249E-8DB7-F048-9F2F-7AA8AE1BA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53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89E89-D104-0DA4-1282-CD9EB0FC2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8EA67D-2977-FC7A-7519-C36C71CCD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3C83A-CC1E-550B-0954-57B89E715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E1C8-F54E-D44B-8246-96797A9D7C9B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BE416-31A2-CF07-0DD4-98379BCD7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01297-9ED8-9A79-6766-5D2AE533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249E-8DB7-F048-9F2F-7AA8AE1BA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0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CB0C6-BD1E-FA91-A5D4-ED8A0188E5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0E2A04-69C1-7C51-3211-785B8B17C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3524B-0CF1-0756-E447-D7023D0CB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E1C8-F54E-D44B-8246-96797A9D7C9B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5F558-4C2C-6611-EF0D-B365FB74A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CC564-472E-099B-9601-A000E685B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249E-8DB7-F048-9F2F-7AA8AE1BA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14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1AE197-7563-6163-AA62-5079994F1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B751B-E434-CDA4-54FA-655B5DE8E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541E3-0785-13B7-F27B-5604368FC3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17E1C8-F54E-D44B-8246-96797A9D7C9B}" type="datetimeFigureOut">
              <a:rPr lang="en-US" smtClean="0"/>
              <a:t>6/24/25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FE12A-88F7-6F92-CE2E-D56A42E89F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57F5-5C6B-5EA3-A76F-5A8F780541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8249E-8DB7-F048-9F2F-7AA8AE1BA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43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alaxyonepiece/bofa" TargetMode="External"/><Relationship Id="rId2" Type="http://schemas.openxmlformats.org/officeDocument/2006/relationships/hyperlink" Target="https://git.corp.adobe.com/peddle/bofa-sync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61625E-41F0-9DB6-6428-89E7A9056227}"/>
              </a:ext>
            </a:extLst>
          </p:cNvPr>
          <p:cNvSpPr txBox="1"/>
          <p:nvPr/>
        </p:nvSpPr>
        <p:spPr>
          <a:xfrm>
            <a:off x="1292772" y="977462"/>
            <a:ext cx="93121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 Release Flow:</a:t>
            </a:r>
          </a:p>
          <a:p>
            <a:pPr marL="342900" indent="-342900">
              <a:buAutoNum type="arabicPeriod"/>
            </a:pPr>
            <a:r>
              <a:rPr lang="en-US" dirty="0"/>
              <a:t>Adobe has working Git repository (</a:t>
            </a:r>
            <a:r>
              <a:rPr lang="en-US" dirty="0">
                <a:hlinkClick r:id="rId2"/>
              </a:rPr>
              <a:t>https://git.corp.adobe.com/peddle/bofa-sync</a:t>
            </a:r>
            <a:r>
              <a:rPr lang="en-US" dirty="0"/>
              <a:t>)</a:t>
            </a:r>
          </a:p>
          <a:p>
            <a:pPr marL="342900" indent="-342900">
              <a:buAutoNum type="arabicPeriod"/>
            </a:pPr>
            <a:r>
              <a:rPr lang="en-US" dirty="0"/>
              <a:t>New Release: Create tag, Git Release, Download .zip of release (ex. bofa-sync-1.0.0.zip)</a:t>
            </a:r>
          </a:p>
          <a:p>
            <a:pPr marL="342900" indent="-342900">
              <a:buAutoNum type="arabicPeriod"/>
            </a:pPr>
            <a:r>
              <a:rPr lang="en-US" dirty="0"/>
              <a:t>Upload release .zip to Rohan’s Git repo (</a:t>
            </a:r>
            <a:r>
              <a:rPr lang="en-US" dirty="0">
                <a:hlinkClick r:id="rId3"/>
              </a:rPr>
              <a:t>https://github.com/galaxyonepiece/bofa</a:t>
            </a:r>
            <a:r>
              <a:rPr lang="en-US" dirty="0"/>
              <a:t>)</a:t>
            </a:r>
          </a:p>
          <a:p>
            <a:pPr marL="342900" indent="-342900">
              <a:buAutoNum type="arabicPeriod"/>
            </a:pPr>
            <a:r>
              <a:rPr lang="en-US" dirty="0"/>
              <a:t>Roshan makes Git repo public</a:t>
            </a:r>
          </a:p>
          <a:p>
            <a:pPr marL="342900" indent="-342900">
              <a:buAutoNum type="arabicPeriod"/>
            </a:pPr>
            <a:r>
              <a:rPr lang="en-US" dirty="0" err="1"/>
              <a:t>BofA</a:t>
            </a:r>
            <a:r>
              <a:rPr lang="en-US" dirty="0"/>
              <a:t> download’s the release .zip</a:t>
            </a:r>
          </a:p>
          <a:p>
            <a:pPr marL="342900" indent="-342900">
              <a:buAutoNum type="arabicPeriod"/>
            </a:pPr>
            <a:r>
              <a:rPr lang="en-US" dirty="0"/>
              <a:t>Roshan makes Git repo private</a:t>
            </a:r>
          </a:p>
          <a:p>
            <a:pPr marL="342900" indent="-342900">
              <a:buAutoNum type="arabicPeriod"/>
            </a:pPr>
            <a:r>
              <a:rPr lang="en-US" dirty="0"/>
              <a:t>Extract release .zip to location of </a:t>
            </a:r>
            <a:r>
              <a:rPr lang="en-US" dirty="0" err="1"/>
              <a:t>BofA</a:t>
            </a:r>
            <a:r>
              <a:rPr lang="en-US" dirty="0"/>
              <a:t> Git repo</a:t>
            </a:r>
          </a:p>
          <a:p>
            <a:pPr marL="342900" indent="-342900">
              <a:buAutoNum type="arabicPeriod"/>
            </a:pPr>
            <a:r>
              <a:rPr lang="en-US" dirty="0"/>
              <a:t>Push changes to </a:t>
            </a:r>
            <a:r>
              <a:rPr lang="en-US" dirty="0" err="1"/>
              <a:t>BofA</a:t>
            </a:r>
            <a:r>
              <a:rPr lang="en-US" dirty="0"/>
              <a:t> Git repo to track changes</a:t>
            </a:r>
          </a:p>
          <a:p>
            <a:pPr marL="342900" indent="-342900">
              <a:buAutoNum type="arabicPeriod"/>
            </a:pPr>
            <a:r>
              <a:rPr lang="en-US" dirty="0"/>
              <a:t>Bring changes into </a:t>
            </a:r>
            <a:r>
              <a:rPr lang="en-US" dirty="0" err="1"/>
              <a:t>BofA</a:t>
            </a:r>
            <a:r>
              <a:rPr lang="en-US" dirty="0"/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2391357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A1485D-42ED-B104-7C2E-951BF4AD0B45}"/>
              </a:ext>
            </a:extLst>
          </p:cNvPr>
          <p:cNvSpPr/>
          <p:nvPr/>
        </p:nvSpPr>
        <p:spPr>
          <a:xfrm>
            <a:off x="630620" y="725213"/>
            <a:ext cx="1460938" cy="14609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Adobe Git Repo (</a:t>
            </a:r>
            <a:r>
              <a:rPr lang="en-US" dirty="0" err="1"/>
              <a:t>bofa</a:t>
            </a:r>
            <a:r>
              <a:rPr lang="en-US" dirty="0"/>
              <a:t>-sync)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0615B5-5E20-93DD-8006-5AFEAB6BB967}"/>
              </a:ext>
            </a:extLst>
          </p:cNvPr>
          <p:cNvSpPr/>
          <p:nvPr/>
        </p:nvSpPr>
        <p:spPr>
          <a:xfrm>
            <a:off x="2448918" y="725212"/>
            <a:ext cx="1460938" cy="14609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Adobe Laptop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FF109C-8280-496E-2B2E-4AD54C744BFD}"/>
              </a:ext>
            </a:extLst>
          </p:cNvPr>
          <p:cNvSpPr/>
          <p:nvPr/>
        </p:nvSpPr>
        <p:spPr>
          <a:xfrm>
            <a:off x="4293489" y="761998"/>
            <a:ext cx="1460938" cy="14609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Roshan’s</a:t>
            </a:r>
          </a:p>
          <a:p>
            <a:pPr algn="ctr"/>
            <a:r>
              <a:rPr lang="en-US" dirty="0"/>
              <a:t>Git Repo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64AAD6-2ED0-B133-44DC-F96042A9AEA5}"/>
              </a:ext>
            </a:extLst>
          </p:cNvPr>
          <p:cNvSpPr/>
          <p:nvPr/>
        </p:nvSpPr>
        <p:spPr>
          <a:xfrm>
            <a:off x="8176621" y="761998"/>
            <a:ext cx="1460938" cy="14609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BofA</a:t>
            </a:r>
            <a:r>
              <a:rPr lang="en-US" dirty="0"/>
              <a:t> Git Repo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bofa</a:t>
            </a:r>
            <a:r>
              <a:rPr lang="en-US" dirty="0"/>
              <a:t>-sync)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F5645F-822B-E5DB-945C-27C11839F7EC}"/>
              </a:ext>
            </a:extLst>
          </p:cNvPr>
          <p:cNvSpPr/>
          <p:nvPr/>
        </p:nvSpPr>
        <p:spPr>
          <a:xfrm>
            <a:off x="6134114" y="761998"/>
            <a:ext cx="1460938" cy="14609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BofA</a:t>
            </a:r>
            <a:r>
              <a:rPr lang="en-US" dirty="0"/>
              <a:t> Laptop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17DC6-AF7F-B6AF-1EE3-72BA4E98E5B3}"/>
              </a:ext>
            </a:extLst>
          </p:cNvPr>
          <p:cNvSpPr txBox="1"/>
          <p:nvPr/>
        </p:nvSpPr>
        <p:spPr>
          <a:xfrm>
            <a:off x="508900" y="2406869"/>
            <a:ext cx="1940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Create Release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9D5407-2955-CC90-A87E-0C5DFCFF33E9}"/>
              </a:ext>
            </a:extLst>
          </p:cNvPr>
          <p:cNvSpPr txBox="1"/>
          <p:nvPr/>
        </p:nvSpPr>
        <p:spPr>
          <a:xfrm>
            <a:off x="4293489" y="3558066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Upload .zip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EFF871-93DD-3C68-889E-3E018FC70EDB}"/>
              </a:ext>
            </a:extLst>
          </p:cNvPr>
          <p:cNvSpPr txBox="1"/>
          <p:nvPr/>
        </p:nvSpPr>
        <p:spPr>
          <a:xfrm>
            <a:off x="2091558" y="2996919"/>
            <a:ext cx="2679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Download Release .zip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A3F9DB-BBB0-9729-5B3A-2894D19C679D}"/>
              </a:ext>
            </a:extLst>
          </p:cNvPr>
          <p:cNvSpPr txBox="1"/>
          <p:nvPr/>
        </p:nvSpPr>
        <p:spPr>
          <a:xfrm>
            <a:off x="5754427" y="4265733"/>
            <a:ext cx="2585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 Download/extract .zip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D850CF-3F8E-8DFA-C858-289455D60328}"/>
              </a:ext>
            </a:extLst>
          </p:cNvPr>
          <p:cNvSpPr txBox="1"/>
          <p:nvPr/>
        </p:nvSpPr>
        <p:spPr>
          <a:xfrm>
            <a:off x="8339622" y="4745423"/>
            <a:ext cx="1700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Push new code to repo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3F7644-91B4-846C-00D3-4201F37EEFCB}"/>
              </a:ext>
            </a:extLst>
          </p:cNvPr>
          <p:cNvSpPr/>
          <p:nvPr/>
        </p:nvSpPr>
        <p:spPr>
          <a:xfrm>
            <a:off x="10219128" y="767251"/>
            <a:ext cx="1460938" cy="14609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BofA</a:t>
            </a:r>
            <a:r>
              <a:rPr lang="en-US" dirty="0"/>
              <a:t> Git Repo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aem</a:t>
            </a:r>
            <a:r>
              <a:rPr lang="en-US" dirty="0"/>
              <a:t> app)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EA1A04-E2D8-B936-ACE4-BA040309C299}"/>
              </a:ext>
            </a:extLst>
          </p:cNvPr>
          <p:cNvSpPr txBox="1"/>
          <p:nvPr/>
        </p:nvSpPr>
        <p:spPr>
          <a:xfrm>
            <a:off x="10040100" y="5444418"/>
            <a:ext cx="17004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Pull changes into app codebase</a:t>
            </a:r>
          </a:p>
        </p:txBody>
      </p:sp>
    </p:spTree>
    <p:extLst>
      <p:ext uri="{BB962C8B-B14F-4D97-AF65-F5344CB8AC3E}">
        <p14:creationId xmlns:p14="http://schemas.microsoft.com/office/powerpoint/2010/main" val="1117326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166</Words>
  <Application>Microsoft Macintosh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Jared Peddle</dc:creator>
  <cp:lastModifiedBy>Jared Peddle</cp:lastModifiedBy>
  <cp:revision>1</cp:revision>
  <dcterms:created xsi:type="dcterms:W3CDTF">2025-06-24T14:29:02Z</dcterms:created>
  <dcterms:modified xsi:type="dcterms:W3CDTF">2025-06-24T17:26:08Z</dcterms:modified>
</cp:coreProperties>
</file>